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55496d6e6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55496d6e6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5496d6e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5496d6e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5496d6e6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5496d6e6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5496d6e6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55496d6e6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5496d6e6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5496d6e6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5496d6e6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5496d6e6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Таймер обратного </a:t>
            </a:r>
            <a:r>
              <a:rPr lang="ru"/>
              <a:t>отсчета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84975" y="4399038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Гаев Константин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91750" y="2268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Какую проблему решает: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202500" y="3159000"/>
            <a:ext cx="46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AutoNum type="arabicPeriod"/>
            </a:pPr>
            <a:r>
              <a:rPr lang="ru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Управление временем и прокрастинацией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041900" y="4041900"/>
            <a:ext cx="46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2. </a:t>
            </a:r>
            <a:r>
              <a:rPr lang="ru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Снижение тревожности и неопределенности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-1182450" y="2511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477900" y="3199500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-"/>
            </a:pPr>
            <a:r>
              <a:rPr lang="ru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kotlin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4" name="Google Shape;74;p15" title="Kotlin_Full_Color_Logo_Mark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600" y="3701700"/>
            <a:ext cx="698400" cy="6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567150" y="4212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Дизайн</a:t>
            </a:r>
            <a:endParaRPr/>
          </a:p>
        </p:txBody>
      </p:sp>
      <p:pic>
        <p:nvPicPr>
          <p:cNvPr id="80" name="Google Shape;80;p16" title="Screenshot_20260410_181727.png"/>
          <p:cNvPicPr preferRelativeResize="0"/>
          <p:nvPr/>
        </p:nvPicPr>
        <p:blipFill rotWithShape="1">
          <a:blip r:embed="rId3">
            <a:alphaModFix/>
          </a:blip>
          <a:srcRect b="14022" l="0" r="0" t="7951"/>
          <a:stretch/>
        </p:blipFill>
        <p:spPr>
          <a:xfrm>
            <a:off x="2476863" y="591462"/>
            <a:ext cx="2521675" cy="39605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6" title="Screenshot_20260410_183350.png"/>
          <p:cNvPicPr preferRelativeResize="0"/>
          <p:nvPr/>
        </p:nvPicPr>
        <p:blipFill rotWithShape="1">
          <a:blip r:embed="rId4">
            <a:alphaModFix/>
          </a:blip>
          <a:srcRect b="15355" l="0" r="0" t="12991"/>
          <a:stretch/>
        </p:blipFill>
        <p:spPr>
          <a:xfrm>
            <a:off x="5351525" y="591450"/>
            <a:ext cx="2401724" cy="39606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251250" y="3969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Интересная часть кода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00" y="1263300"/>
            <a:ext cx="3751800" cy="31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595850" y="16929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72750" y="145800"/>
            <a:ext cx="8123100" cy="7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Репозиторий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700" y="1263300"/>
            <a:ext cx="3479094" cy="34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